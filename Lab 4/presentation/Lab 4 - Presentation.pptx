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78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82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84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72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75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26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2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547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70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975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48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849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327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382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87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4CC878A7-58A7-444C-A4BB-A4A99FC67A32}" type="datetimeFigureOut">
              <a:rPr lang="ru-RU" smtClean="0"/>
              <a:t>08.03.2025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9430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№4</a:t>
            </a:r>
            <a:br>
              <a:rPr lang="ru-RU" sz="5400" dirty="0"/>
            </a:br>
            <a:br>
              <a:rPr lang="ru-RU" sz="5400" dirty="0"/>
            </a:br>
            <a:r>
              <a:rPr lang="ru-RU" sz="2700" dirty="0"/>
              <a:t>Первоначальное конфигурирование сети </a:t>
            </a:r>
            <a:br>
              <a:rPr lang="ru-RU" sz="5400" dirty="0"/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527" y="5261993"/>
            <a:ext cx="10572000" cy="1421612"/>
          </a:xfrm>
        </p:spPr>
        <p:txBody>
          <a:bodyPr>
            <a:normAutofit/>
          </a:bodyPr>
          <a:lstStyle/>
          <a:p>
            <a:r>
              <a:rPr lang="ru-RU" dirty="0"/>
              <a:t>Исаев Булат </a:t>
            </a:r>
            <a:r>
              <a:rPr lang="ru-RU" dirty="0" err="1"/>
              <a:t>Абубакарович</a:t>
            </a:r>
            <a:endParaRPr lang="ru-RU" dirty="0"/>
          </a:p>
          <a:p>
            <a:r>
              <a:rPr lang="ru-RU" dirty="0"/>
              <a:t>1132227131</a:t>
            </a:r>
          </a:p>
          <a:p>
            <a:r>
              <a:rPr lang="ru-RU" dirty="0"/>
              <a:t>НПИбд-01-22</a:t>
            </a: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616D9-A4D2-4B03-88BB-1678D400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2686"/>
            <a:ext cx="10571998" cy="725106"/>
          </a:xfrm>
        </p:spPr>
        <p:txBody>
          <a:bodyPr/>
          <a:lstStyle/>
          <a:p>
            <a:r>
              <a:rPr lang="ru-RU" dirty="0"/>
              <a:t>Новый проект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410CA56-958D-4631-9DCA-44EB9628BDF8}"/>
              </a:ext>
            </a:extLst>
          </p:cNvPr>
          <p:cNvSpPr txBox="1">
            <a:spLocks/>
          </p:cNvSpPr>
          <p:nvPr/>
        </p:nvSpPr>
        <p:spPr>
          <a:xfrm>
            <a:off x="1208861" y="4651592"/>
            <a:ext cx="9774276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1.1. </a:t>
            </a:r>
            <a:r>
              <a:rPr lang="ru-RU" dirty="0"/>
              <a:t>Создание нового проекта.</a:t>
            </a:r>
          </a:p>
        </p:txBody>
      </p:sp>
      <p:pic>
        <p:nvPicPr>
          <p:cNvPr id="4" name="Рисунок 3" descr="Изображение выглядит как текст, снимок экрана, линия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4E7F495-31A2-F89E-150B-F5BFC4552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861" y="2814610"/>
            <a:ext cx="9774276" cy="183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E224147B-5BDF-4B0D-9A95-9E9B6D9005C7}"/>
              </a:ext>
            </a:extLst>
          </p:cNvPr>
          <p:cNvSpPr txBox="1">
            <a:spLocks/>
          </p:cNvSpPr>
          <p:nvPr/>
        </p:nvSpPr>
        <p:spPr>
          <a:xfrm>
            <a:off x="450699" y="6116775"/>
            <a:ext cx="11290600" cy="652735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1.2. </a:t>
            </a:r>
            <a:r>
              <a:rPr lang="ru-RU" dirty="0"/>
              <a:t>Размещение коммутаторов и оконченных устройств согласно схеме сети </a:t>
            </a:r>
            <a:r>
              <a:rPr lang="en-US" dirty="0"/>
              <a:t>L</a:t>
            </a:r>
            <a:r>
              <a:rPr lang="ru-RU" dirty="0"/>
              <a:t>1.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C12CA3D-D71E-4460-B88D-599AA2B7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2686"/>
            <a:ext cx="10571998" cy="725106"/>
          </a:xfrm>
        </p:spPr>
        <p:txBody>
          <a:bodyPr/>
          <a:lstStyle/>
          <a:p>
            <a:r>
              <a:rPr lang="ru-RU" dirty="0"/>
              <a:t>Схема </a:t>
            </a:r>
            <a:r>
              <a:rPr lang="en-US" dirty="0"/>
              <a:t>L</a:t>
            </a:r>
            <a:r>
              <a:rPr lang="ru-RU" dirty="0"/>
              <a:t>1</a:t>
            </a:r>
          </a:p>
        </p:txBody>
      </p:sp>
      <p:pic>
        <p:nvPicPr>
          <p:cNvPr id="5" name="Объект 4" descr="Изображение выглядит как диаграмма, линия, текст, Параллель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73BB0C9-8047-1AD6-2D69-71E82B655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384" y="2222500"/>
            <a:ext cx="7607232" cy="3636963"/>
          </a:xfrm>
        </p:spPr>
      </p:pic>
    </p:spTree>
    <p:extLst>
      <p:ext uri="{BB962C8B-B14F-4D97-AF65-F5344CB8AC3E}">
        <p14:creationId xmlns:p14="http://schemas.microsoft.com/office/powerpoint/2010/main" val="423675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3204044-87F2-49AA-B835-A556F6EF83EB}"/>
              </a:ext>
            </a:extLst>
          </p:cNvPr>
          <p:cNvSpPr txBox="1">
            <a:spLocks/>
          </p:cNvSpPr>
          <p:nvPr/>
        </p:nvSpPr>
        <p:spPr>
          <a:xfrm>
            <a:off x="225594" y="6225314"/>
            <a:ext cx="11720599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1.3. </a:t>
            </a:r>
            <a:r>
              <a:rPr lang="ru-RU" dirty="0"/>
              <a:t>Настройка коммутатора </a:t>
            </a:r>
            <a:r>
              <a:rPr lang="en-US" dirty="0" err="1"/>
              <a:t>msk</a:t>
            </a:r>
            <a:r>
              <a:rPr lang="ru-RU" dirty="0"/>
              <a:t>-</a:t>
            </a:r>
            <a:r>
              <a:rPr lang="en-US" dirty="0" err="1"/>
              <a:t>donskaya</a:t>
            </a:r>
            <a:r>
              <a:rPr lang="ru-RU" dirty="0"/>
              <a:t>-</a:t>
            </a:r>
            <a:r>
              <a:rPr lang="en-US" dirty="0" err="1"/>
              <a:t>baisaev</a:t>
            </a:r>
            <a:r>
              <a:rPr lang="ru-RU" dirty="0"/>
              <a:t>-</a:t>
            </a:r>
            <a:r>
              <a:rPr lang="en-US" dirty="0" err="1"/>
              <a:t>sw</a:t>
            </a:r>
            <a:r>
              <a:rPr lang="ru-RU" dirty="0"/>
              <a:t>-1, используя типовую конфигурацию.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88C83A3B-4B86-495E-9798-0CE9310D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2686"/>
            <a:ext cx="10571998" cy="725106"/>
          </a:xfrm>
        </p:spPr>
        <p:txBody>
          <a:bodyPr/>
          <a:lstStyle/>
          <a:p>
            <a:r>
              <a:rPr lang="ru-RU" dirty="0"/>
              <a:t>Настройка коммутаторов</a:t>
            </a:r>
          </a:p>
        </p:txBody>
      </p:sp>
      <p:pic>
        <p:nvPicPr>
          <p:cNvPr id="7" name="Объект 6" descr="Изображение выглядит как текст, электроника, снимок экрана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64EEA10-F493-39B0-59CA-3D84F89C1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144" y="2222500"/>
            <a:ext cx="4177712" cy="4002814"/>
          </a:xfrm>
        </p:spPr>
      </p:pic>
    </p:spTree>
    <p:extLst>
      <p:ext uri="{BB962C8B-B14F-4D97-AF65-F5344CB8AC3E}">
        <p14:creationId xmlns:p14="http://schemas.microsoft.com/office/powerpoint/2010/main" val="120628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AEFB2B92-7962-41F5-B1AE-2AED08ADF21A}"/>
              </a:ext>
            </a:extLst>
          </p:cNvPr>
          <p:cNvSpPr txBox="1">
            <a:spLocks/>
          </p:cNvSpPr>
          <p:nvPr/>
        </p:nvSpPr>
        <p:spPr>
          <a:xfrm>
            <a:off x="0" y="6292391"/>
            <a:ext cx="12192000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1.4. </a:t>
            </a:r>
            <a:r>
              <a:rPr lang="ru-RU" dirty="0"/>
              <a:t>Настройка коммутатора </a:t>
            </a:r>
            <a:r>
              <a:rPr lang="en-US" dirty="0" err="1"/>
              <a:t>msk</a:t>
            </a:r>
            <a:r>
              <a:rPr lang="ru-RU" dirty="0"/>
              <a:t>-</a:t>
            </a:r>
            <a:r>
              <a:rPr lang="en-US" dirty="0" err="1"/>
              <a:t>donskaya</a:t>
            </a:r>
            <a:r>
              <a:rPr lang="ru-RU" dirty="0"/>
              <a:t>-</a:t>
            </a:r>
            <a:r>
              <a:rPr lang="en-US" dirty="0" err="1"/>
              <a:t>baisaev</a:t>
            </a:r>
            <a:r>
              <a:rPr lang="ru-RU" dirty="0"/>
              <a:t>-</a:t>
            </a:r>
            <a:r>
              <a:rPr lang="en-US" dirty="0" err="1"/>
              <a:t>sw</a:t>
            </a:r>
            <a:r>
              <a:rPr lang="ru-RU" dirty="0"/>
              <a:t>-2, используя типовую конфигурацию.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F1869EEC-37E4-4C21-9558-183513E3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2686"/>
            <a:ext cx="10571998" cy="725106"/>
          </a:xfrm>
        </p:spPr>
        <p:txBody>
          <a:bodyPr/>
          <a:lstStyle/>
          <a:p>
            <a:r>
              <a:rPr lang="ru-RU" dirty="0"/>
              <a:t>Настройка коммутаторов</a:t>
            </a:r>
          </a:p>
        </p:txBody>
      </p:sp>
      <p:pic>
        <p:nvPicPr>
          <p:cNvPr id="7" name="Объект 6" descr="Изображение выглядит как текст, электроника, снимок экрана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CA75F71-1920-5CE0-2A10-B6A16111A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612" y="2222500"/>
            <a:ext cx="3934776" cy="4002814"/>
          </a:xfrm>
        </p:spPr>
      </p:pic>
    </p:spTree>
    <p:extLst>
      <p:ext uri="{BB962C8B-B14F-4D97-AF65-F5344CB8AC3E}">
        <p14:creationId xmlns:p14="http://schemas.microsoft.com/office/powerpoint/2010/main" val="286022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A821427F-BBF1-44D9-8FCD-BF40F95FB8FE}"/>
              </a:ext>
            </a:extLst>
          </p:cNvPr>
          <p:cNvSpPr txBox="1">
            <a:spLocks/>
          </p:cNvSpPr>
          <p:nvPr/>
        </p:nvSpPr>
        <p:spPr>
          <a:xfrm>
            <a:off x="0" y="6274221"/>
            <a:ext cx="12191999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1.5. </a:t>
            </a:r>
            <a:r>
              <a:rPr lang="ru-RU" dirty="0"/>
              <a:t>Настройка коммутатора </a:t>
            </a:r>
            <a:r>
              <a:rPr lang="en-US" dirty="0" err="1"/>
              <a:t>msk</a:t>
            </a:r>
            <a:r>
              <a:rPr lang="ru-RU" dirty="0"/>
              <a:t>-</a:t>
            </a:r>
            <a:r>
              <a:rPr lang="en-US" dirty="0" err="1"/>
              <a:t>donskaya</a:t>
            </a:r>
            <a:r>
              <a:rPr lang="ru-RU" dirty="0"/>
              <a:t>-</a:t>
            </a:r>
            <a:r>
              <a:rPr lang="en-US" dirty="0" err="1"/>
              <a:t>baisaev</a:t>
            </a:r>
            <a:r>
              <a:rPr lang="ru-RU" dirty="0"/>
              <a:t>-</a:t>
            </a:r>
            <a:r>
              <a:rPr lang="en-US" dirty="0" err="1"/>
              <a:t>sw</a:t>
            </a:r>
            <a:r>
              <a:rPr lang="ru-RU" dirty="0"/>
              <a:t>-3, используя типовую конфигурацию.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DFC2B4E6-492C-4330-83F1-65445F7D2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2686"/>
            <a:ext cx="10571998" cy="725106"/>
          </a:xfrm>
        </p:spPr>
        <p:txBody>
          <a:bodyPr/>
          <a:lstStyle/>
          <a:p>
            <a:r>
              <a:rPr lang="ru-RU" dirty="0"/>
              <a:t>Настройка коммутаторов</a:t>
            </a:r>
          </a:p>
        </p:txBody>
      </p:sp>
      <p:pic>
        <p:nvPicPr>
          <p:cNvPr id="7" name="Объект 6" descr="Изображение выглядит как текст, электроника, снимок экрана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DCDE64-8DCA-9EA0-FC5B-811C645C3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822" y="2222500"/>
            <a:ext cx="4002356" cy="4051721"/>
          </a:xfrm>
        </p:spPr>
      </p:pic>
    </p:spTree>
    <p:extLst>
      <p:ext uri="{BB962C8B-B14F-4D97-AF65-F5344CB8AC3E}">
        <p14:creationId xmlns:p14="http://schemas.microsoft.com/office/powerpoint/2010/main" val="355430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67B4066-6BEA-4DF1-AF58-C3830BD462CF}"/>
              </a:ext>
            </a:extLst>
          </p:cNvPr>
          <p:cNvSpPr txBox="1">
            <a:spLocks/>
          </p:cNvSpPr>
          <p:nvPr/>
        </p:nvSpPr>
        <p:spPr>
          <a:xfrm>
            <a:off x="-1" y="6069806"/>
            <a:ext cx="12192000" cy="97045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1.6. </a:t>
            </a:r>
            <a:r>
              <a:rPr lang="ru-RU" dirty="0"/>
              <a:t>Настройка коммутатора </a:t>
            </a:r>
            <a:r>
              <a:rPr lang="en-US" dirty="0" err="1"/>
              <a:t>msk</a:t>
            </a:r>
            <a:r>
              <a:rPr lang="ru-RU" dirty="0"/>
              <a:t>-</a:t>
            </a:r>
            <a:r>
              <a:rPr lang="en-US" dirty="0" err="1"/>
              <a:t>donskaya</a:t>
            </a:r>
            <a:r>
              <a:rPr lang="ru-RU" dirty="0"/>
              <a:t>-</a:t>
            </a:r>
            <a:r>
              <a:rPr lang="en-US" dirty="0" err="1"/>
              <a:t>baisaev</a:t>
            </a:r>
            <a:r>
              <a:rPr lang="ru-RU" dirty="0"/>
              <a:t>-</a:t>
            </a:r>
            <a:r>
              <a:rPr lang="en-US" dirty="0" err="1"/>
              <a:t>sw</a:t>
            </a:r>
            <a:r>
              <a:rPr lang="ru-RU" dirty="0"/>
              <a:t>-4, используя типовую конфигурацию.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D14F0B4F-9BF9-4545-98E0-24A3E99B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2686"/>
            <a:ext cx="10571998" cy="725106"/>
          </a:xfrm>
        </p:spPr>
        <p:txBody>
          <a:bodyPr/>
          <a:lstStyle/>
          <a:p>
            <a:r>
              <a:rPr lang="ru-RU" dirty="0"/>
              <a:t>Настройка коммутаторов</a:t>
            </a:r>
          </a:p>
        </p:txBody>
      </p:sp>
      <p:pic>
        <p:nvPicPr>
          <p:cNvPr id="7" name="Объект 6" descr="Изображение выглядит как текст, электроника, снимок экрана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1D8436B-67EE-BC6A-4DF7-495AED512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65" y="2222500"/>
            <a:ext cx="3961469" cy="4002814"/>
          </a:xfrm>
        </p:spPr>
      </p:pic>
    </p:spTree>
    <p:extLst>
      <p:ext uri="{BB962C8B-B14F-4D97-AF65-F5344CB8AC3E}">
        <p14:creationId xmlns:p14="http://schemas.microsoft.com/office/powerpoint/2010/main" val="153319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337DFC8-BA2C-434A-A18F-11A04C4EF077}"/>
              </a:ext>
            </a:extLst>
          </p:cNvPr>
          <p:cNvSpPr txBox="1">
            <a:spLocks/>
          </p:cNvSpPr>
          <p:nvPr/>
        </p:nvSpPr>
        <p:spPr>
          <a:xfrm>
            <a:off x="-1" y="6285621"/>
            <a:ext cx="12192001" cy="57237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1.7.</a:t>
            </a:r>
            <a:r>
              <a:rPr lang="ru-RU" dirty="0"/>
              <a:t> Настройка коммутатора </a:t>
            </a:r>
            <a:r>
              <a:rPr lang="en-US" dirty="0" err="1"/>
              <a:t>msk</a:t>
            </a:r>
            <a:r>
              <a:rPr lang="ru-RU" dirty="0"/>
              <a:t>-</a:t>
            </a:r>
            <a:r>
              <a:rPr lang="en-US" dirty="0" err="1"/>
              <a:t>pavlovskaya</a:t>
            </a:r>
            <a:r>
              <a:rPr lang="ru-RU" dirty="0"/>
              <a:t>-</a:t>
            </a:r>
            <a:r>
              <a:rPr lang="en-US" dirty="0" err="1"/>
              <a:t>baisaev</a:t>
            </a:r>
            <a:r>
              <a:rPr lang="ru-RU" dirty="0"/>
              <a:t>-</a:t>
            </a:r>
            <a:r>
              <a:rPr lang="en-US" dirty="0" err="1"/>
              <a:t>sw</a:t>
            </a:r>
            <a:r>
              <a:rPr lang="ru-RU" dirty="0"/>
              <a:t>-1, используя типовую конфигурацию.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CD0AD79-5E1C-4C9A-AA0F-3507A6AA9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2686"/>
            <a:ext cx="10571998" cy="725106"/>
          </a:xfrm>
        </p:spPr>
        <p:txBody>
          <a:bodyPr/>
          <a:lstStyle/>
          <a:p>
            <a:r>
              <a:rPr lang="ru-RU" dirty="0"/>
              <a:t>Настройка коммутаторов</a:t>
            </a:r>
          </a:p>
        </p:txBody>
      </p:sp>
      <p:pic>
        <p:nvPicPr>
          <p:cNvPr id="5" name="Объект 4" descr="Изображение выглядит как текст, снимок экрана, докумен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8D35C9-5E34-CED4-D8A9-CFDF25D21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087" y="2222500"/>
            <a:ext cx="3387826" cy="4002814"/>
          </a:xfrm>
        </p:spPr>
      </p:pic>
    </p:spTree>
    <p:extLst>
      <p:ext uri="{BB962C8B-B14F-4D97-AF65-F5344CB8AC3E}">
        <p14:creationId xmlns:p14="http://schemas.microsoft.com/office/powerpoint/2010/main" val="1426218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выполнения лабораторной работы мы научились проводить подготовительную работу по первоначальной настройке коммутаторов сети.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949669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Зеленый и желтый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340</TotalTime>
  <Words>169</Words>
  <Application>Microsoft Office PowerPoint</Application>
  <PresentationFormat>Широкоэкранный</PresentationFormat>
  <Paragraphs>21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Century Gothic</vt:lpstr>
      <vt:lpstr>Wingdings 2</vt:lpstr>
      <vt:lpstr>Цитаты</vt:lpstr>
      <vt:lpstr>Лабораторная работа №4  Первоначальное конфигурирование сети  </vt:lpstr>
      <vt:lpstr>Новый проект</vt:lpstr>
      <vt:lpstr>Схема L1</vt:lpstr>
      <vt:lpstr>Настройка коммутаторов</vt:lpstr>
      <vt:lpstr>Настройка коммутаторов</vt:lpstr>
      <vt:lpstr>Настройка коммутаторов</vt:lpstr>
      <vt:lpstr>Настройка коммутаторов</vt:lpstr>
      <vt:lpstr>Настройка коммутаторов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Ivan</dc:creator>
  <cp:lastModifiedBy>Булат Исаев</cp:lastModifiedBy>
  <cp:revision>154</cp:revision>
  <dcterms:created xsi:type="dcterms:W3CDTF">2022-11-11T17:59:21Z</dcterms:created>
  <dcterms:modified xsi:type="dcterms:W3CDTF">2025-03-08T13:02:08Z</dcterms:modified>
</cp:coreProperties>
</file>